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75" r:id="rId13"/>
    <p:sldId id="276" r:id="rId12"/>
    <p:sldId id="269" r:id="rId5"/>
    <p:sldId id="259" r:id="rId7"/>
    <p:sldId id="277" r:id="rId8"/>
    <p:sldId id="271" r:id="rId6"/>
    <p:sldId id="278" r:id="rId22"/>
    <p:sldId id="261" r:id="rId9"/>
    <p:sldId id="262" r:id="rId10"/>
    <p:sldId id="279" r:id="rId23"/>
    <p:sldId id="263" r:id="rId11"/>
    <p:sldId id="280" r:id="rId24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8.xml"/><Relationship Id="rId6" Type="http://schemas.openxmlformats.org/officeDocument/2006/relationships/slide" Target="slides/slide11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6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1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12.xml"/><Relationship Id="rId23" Type="http://schemas.openxmlformats.org/officeDocument/2006/relationships/slide" Target="slides/slide15.xml"/><Relationship Id="rId24" Type="http://schemas.openxmlformats.org/officeDocument/2006/relationships/slide" Target="slides/slide17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er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Разработан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Реализован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Создан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публикаций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публикаций при пороговом требовании 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 при конфликтах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 по объёму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прямо в таблице affiliations (latitude, longitude)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20" name="Rectangle 9119"/>
          <p:cNvSpPr/>
          <p:nvPr/>
        </p:nvSpPr>
        <p:spPr>
          <a:xfrm>
            <a:off x="2468880" y="56121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1" name="Rectangle 9120"/>
          <p:cNvSpPr/>
          <p:nvPr/>
        </p:nvSpPr>
        <p:spPr>
          <a:xfrm>
            <a:off x="4389120" y="56121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2" name="Rectangle 9121"/>
          <p:cNvSpPr/>
          <p:nvPr/>
        </p:nvSpPr>
        <p:spPr>
          <a:xfrm>
            <a:off x="6309360" y="56121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3" name="Rectangle 9122"/>
          <p:cNvSpPr/>
          <p:nvPr/>
        </p:nvSpPr>
        <p:spPr>
          <a:xfrm>
            <a:off x="8229600" y="56121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4" name="Rectangle 9123"/>
          <p:cNvSpPr/>
          <p:nvPr/>
        </p:nvSpPr>
        <p:spPr>
          <a:xfrm>
            <a:off x="10149840" y="56121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  <a:solidFill>
                  <a:srgbClr val="FFFFFF"/>
                </a:solidFill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 (нефункциональные требования):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запросов/с на сервере (gzip-пул)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4400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