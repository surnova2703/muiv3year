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1" name="pb11"/>
          <p:cNvSpPr txBox="1"/>
          <p:nvPr/>
        </p:nvSpPr>
        <p:spPr>
          <a:xfrm>
            <a:off x="0" y="6660000"/>
            <a:ext cx="870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2" name="pb12"/>
          <p:cNvSpPr txBox="1"/>
          <p:nvPr/>
        </p:nvSpPr>
        <p:spPr>
          <a:xfrm>
            <a:off x="330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3" name="pbn13"/>
          <p:cNvSpPr txBox="1"/>
          <p:nvPr/>
        </p:nvSpPr>
        <p:spPr>
          <a:xfrm>
            <a:off x="222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2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1" name="pb21"/>
          <p:cNvSpPr txBox="1"/>
          <p:nvPr/>
        </p:nvSpPr>
        <p:spPr>
          <a:xfrm>
            <a:off x="0" y="6660000"/>
            <a:ext cx="1741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2" name="pb22"/>
          <p:cNvSpPr txBox="1"/>
          <p:nvPr/>
        </p:nvSpPr>
        <p:spPr>
          <a:xfrm>
            <a:off x="1201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3" name="pbn23"/>
          <p:cNvSpPr txBox="1"/>
          <p:nvPr/>
        </p:nvSpPr>
        <p:spPr>
          <a:xfrm>
            <a:off x="1093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1" name="pb31"/>
          <p:cNvSpPr txBox="1"/>
          <p:nvPr/>
        </p:nvSpPr>
        <p:spPr>
          <a:xfrm>
            <a:off x="0" y="6660000"/>
            <a:ext cx="2612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2" name="pb32"/>
          <p:cNvSpPr txBox="1"/>
          <p:nvPr/>
        </p:nvSpPr>
        <p:spPr>
          <a:xfrm>
            <a:off x="2072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3" name="pbn33"/>
          <p:cNvSpPr txBox="1"/>
          <p:nvPr/>
        </p:nvSpPr>
        <p:spPr>
          <a:xfrm>
            <a:off x="1964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2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1" name="pb41"/>
          <p:cNvSpPr txBox="1"/>
          <p:nvPr/>
        </p:nvSpPr>
        <p:spPr>
          <a:xfrm>
            <a:off x="0" y="6660000"/>
            <a:ext cx="3483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2" name="pb42"/>
          <p:cNvSpPr txBox="1"/>
          <p:nvPr/>
        </p:nvSpPr>
        <p:spPr>
          <a:xfrm>
            <a:off x="2943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3" name="pbn43"/>
          <p:cNvSpPr txBox="1"/>
          <p:nvPr/>
        </p:nvSpPr>
        <p:spPr>
          <a:xfrm>
            <a:off x="2835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1" name="pb51"/>
          <p:cNvSpPr txBox="1"/>
          <p:nvPr/>
        </p:nvSpPr>
        <p:spPr>
          <a:xfrm>
            <a:off x="0" y="6660000"/>
            <a:ext cx="4354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2" name="pb52"/>
          <p:cNvSpPr txBox="1"/>
          <p:nvPr/>
        </p:nvSpPr>
        <p:spPr>
          <a:xfrm>
            <a:off x="3814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53" name="pbn53"/>
          <p:cNvSpPr txBox="1"/>
          <p:nvPr/>
        </p:nvSpPr>
        <p:spPr>
          <a:xfrm>
            <a:off x="3706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060" name="pb6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1" name="pb61"/>
          <p:cNvSpPr txBox="1"/>
          <p:nvPr/>
        </p:nvSpPr>
        <p:spPr>
          <a:xfrm>
            <a:off x="0" y="6660000"/>
            <a:ext cx="5225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2" name="pb62"/>
          <p:cNvSpPr txBox="1"/>
          <p:nvPr/>
        </p:nvSpPr>
        <p:spPr>
          <a:xfrm>
            <a:off x="4685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63" name="pbn63"/>
          <p:cNvSpPr txBox="1"/>
          <p:nvPr/>
        </p:nvSpPr>
        <p:spPr>
          <a:xfrm>
            <a:off x="4577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1" name="pb71"/>
          <p:cNvSpPr txBox="1"/>
          <p:nvPr/>
        </p:nvSpPr>
        <p:spPr>
          <a:xfrm>
            <a:off x="0" y="6660000"/>
            <a:ext cx="609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2" name="pb7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73" name="pbn7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1" name="pb91"/>
          <p:cNvSpPr txBox="1"/>
          <p:nvPr/>
        </p:nvSpPr>
        <p:spPr>
          <a:xfrm>
            <a:off x="0" y="6660000"/>
            <a:ext cx="7837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2" name="pb92"/>
          <p:cNvSpPr txBox="1"/>
          <p:nvPr/>
        </p:nvSpPr>
        <p:spPr>
          <a:xfrm>
            <a:off x="7297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93" name="pbn93"/>
          <p:cNvSpPr txBox="1"/>
          <p:nvPr/>
        </p:nvSpPr>
        <p:spPr>
          <a:xfrm>
            <a:off x="7189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56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1" name="pb101"/>
          <p:cNvSpPr txBox="1"/>
          <p:nvPr/>
        </p:nvSpPr>
        <p:spPr>
          <a:xfrm>
            <a:off x="0" y="6660000"/>
            <a:ext cx="8708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2" name="pb102"/>
          <p:cNvSpPr txBox="1"/>
          <p:nvPr/>
        </p:nvSpPr>
        <p:spPr>
          <a:xfrm>
            <a:off x="8168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03" name="pbn103"/>
          <p:cNvSpPr txBox="1"/>
          <p:nvPr/>
        </p:nvSpPr>
        <p:spPr>
          <a:xfrm>
            <a:off x="8060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2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1" name="pb111"/>
          <p:cNvSpPr txBox="1"/>
          <p:nvPr/>
        </p:nvSpPr>
        <p:spPr>
          <a:xfrm>
            <a:off x="0" y="6660000"/>
            <a:ext cx="9579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2" name="pb112"/>
          <p:cNvSpPr txBox="1"/>
          <p:nvPr/>
        </p:nvSpPr>
        <p:spPr>
          <a:xfrm>
            <a:off x="9039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13" name="pbn113"/>
          <p:cNvSpPr txBox="1"/>
          <p:nvPr/>
        </p:nvSpPr>
        <p:spPr>
          <a:xfrm>
            <a:off x="8931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2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1" name="pb121"/>
          <p:cNvSpPr txBox="1"/>
          <p:nvPr/>
        </p:nvSpPr>
        <p:spPr>
          <a:xfrm>
            <a:off x="0" y="6660000"/>
            <a:ext cx="10450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2" name="pb122"/>
          <p:cNvSpPr txBox="1"/>
          <p:nvPr/>
        </p:nvSpPr>
        <p:spPr>
          <a:xfrm>
            <a:off x="9910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23" name="pbn123"/>
          <p:cNvSpPr txBox="1"/>
          <p:nvPr/>
        </p:nvSpPr>
        <p:spPr>
          <a:xfrm>
            <a:off x="9802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2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1" name="pb131"/>
          <p:cNvSpPr txBox="1"/>
          <p:nvPr/>
        </p:nvSpPr>
        <p:spPr>
          <a:xfrm>
            <a:off x="0" y="6660000"/>
            <a:ext cx="11321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2" name="pb132"/>
          <p:cNvSpPr txBox="1"/>
          <p:nvPr/>
        </p:nvSpPr>
        <p:spPr>
          <a:xfrm>
            <a:off x="10781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33" name="pbn133"/>
          <p:cNvSpPr txBox="1"/>
          <p:nvPr/>
        </p:nvSpPr>
        <p:spPr>
          <a:xfrm>
            <a:off x="10673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27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5436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54360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7D3C98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2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1" name="pb81"/>
          <p:cNvSpPr txBox="1"/>
          <p:nvPr/>
        </p:nvSpPr>
        <p:spPr>
          <a:xfrm>
            <a:off x="0" y="6660000"/>
            <a:ext cx="6966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2" name="pb82"/>
          <p:cNvSpPr txBox="1"/>
          <p:nvPr/>
        </p:nvSpPr>
        <p:spPr>
          <a:xfrm>
            <a:off x="6426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83" name="pbn83"/>
          <p:cNvSpPr txBox="1"/>
          <p:nvPr/>
        </p:nvSpPr>
        <p:spPr>
          <a:xfrm>
            <a:off x="6318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3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1" name="pb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2" name="pb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103" name="pbn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