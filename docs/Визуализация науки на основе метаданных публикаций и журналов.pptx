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67" r:id="rId18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2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00000"/>
            <a:ext cx="11468952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</a:rPr>
              <a:t>Глоссарий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41636">
                <a:tc>
                  <a:txBody>
                    <a:bodyPr/>
                    <a:lstStyle/>
                    <a:p>
                      <a:r>
                        <a:t>Термин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Определение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Метаданные публикации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Название, авторы, год, журнал, DOI, темы — без полного текста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Открытый бесплатный каталог научных публикаций; более 250 млн работ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Набор HTTP-запросов для получения данных из внешнего сервиса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DOI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Уникальный цифровой идентификатор научной публикации (10.XXXX/...)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Аффилиация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Организация, с которой связан автор на момент публикации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Геокодирование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Определение географических координат по названию места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Граф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Структура из узлов и рёбер; для визуализации отношений между объектами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REST 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Веб-сервис, где каждый ресурс доступен по URL через GET/POST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PostgreSQL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Реляционная СУБД с открытым исходным кодом</a:t>
                      </a:r>
                    </a:p>
                  </a:txBody>
                  <a:tcPr/>
                </a:tc>
              </a:tr>
              <a:tr h="541640">
                <a:tc>
                  <a:txBody>
                    <a:bodyPr wrap="square"/>
                    <a:lstStyle/>
                    <a:p>
                      <a:r>
                        <a:rPr sz="800" b="1"/>
                        <a:t>gzip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Алгоритм сжатия данных; уменьшает объём HTTP-ответов в 5–10 раз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94476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Фасетная фильтрация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Выбор в одном фильтре ограничивает варианты в других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SVG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XML-формат векторной графики в браузере; используется для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Cursor pagination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Постраничный обход через токены-курсоры без пропусков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Библиометрия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Количественный анализ публикаций: цитирования, коавторства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Балл сходства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Числовая мера близости двух публикаций по взвешенным признакам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requestAnimationFrame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Браузерный API для тяжёлых операций между кадрами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ijson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Python-библиотека для потокового чтения JSON без загрузки в память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Savepoint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Частичный откат транзакции PostgreSQL без потери остальных данных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Force-directed layout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Физическая симуляция размещения узлов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Колоночная раскладка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Каждый тип узла занимает фиксированную вертикальную колонку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• Загрузить метаданные 10 000 публикаций из API OpenAlex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Спроектировать базу данных PostgreSQL (7 таблиц)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Геокодировать аффилиации авторов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интерактивную карту (Plotly)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граф связей (SVG, 5 режимов)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Разработать REST API и браузерный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0000" y="720000"/>
          <a:ext cx="11788950" cy="603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</a:tblGrid>
              <a:tr h="67088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
+Java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R-пакет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
(freemium)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гр./мес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карт/мес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Установка 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Источник 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
и др.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Файлы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225 млн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Карта 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Граф 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Фасет. 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Частично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9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Похожие статьи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