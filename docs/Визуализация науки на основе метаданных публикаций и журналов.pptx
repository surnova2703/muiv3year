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png" ContentType="image/png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image" Target="../media/image_er.png"/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latin typeface="Calibri"/>
                <a:solidFill>
                  <a:srgbClr val="FFFFFF"/>
                </a:solidFill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latin typeface="Calibri"/>
                <a:solidFill>
                  <a:srgbClr val="FFFFFF"/>
                </a:solidFill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latin typeface="Calibri"/>
                <a:solidFill>
                  <a:srgbClr val="FFFFFF"/>
                </a:solidFill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latin typeface="Calibri"/>
                <a:solidFill>
                  <a:srgbClr val="FFFFFF"/>
                </a:solidFill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latin typeface="Calibri"/>
                <a:solidFill>
                  <a:srgbClr val="FFFFFF"/>
                </a:solidFill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latin typeface="Calibri"/>
                <a:solidFill>
                  <a:srgbClr val="FFFFFF"/>
                </a:solidFill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42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rIns="91440" tIns="45720" bIns="45720">
            <a:spAutoFit/>
          </a:bodyPr>
          <a:lstStyle/>
          <a:p>
            <a:pPr algn="l"/>
            <a:r>
              <a:rPr sz="1000" b="0" i="1">
                <a:solidFill>
                  <a:srgbClr val="CFE0D6"/>
                </a:solidFill>
                <a:latin typeface="Calibri"/>
              </a:rPr>
              <a:t>Балл сходства (score) — целое число близости двух статей по 5 признакам; чем выше — тем ближе. score = 0: статья не показывается.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4400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