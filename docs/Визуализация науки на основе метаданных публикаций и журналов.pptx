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81" r:id="rId25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9094" name="Picture 9093" descr="er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050000"/>
            <a:ext cx="11640000" cy="64395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