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5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8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9 /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88825" y="6498000"/>
            <a:ext cx="79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BBBBB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60000" y="1080000"/>
            <a:ext cx="2232000" cy="288000"/>
          </a:xfrm>
          <a:prstGeom prst="rect">
            <a:avLst/>
          </a:prstGeom>
          <a:noFill/>
          <a:solidFill>
            <a:srgbClr val="1A527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0000" y="1386000"/>
            <a:ext cx="2232000" cy="846000"/>
          </a:xfrm>
          <a:prstGeom prst="rect">
            <a:avLst/>
          </a:prstGeom>
          <a:noFill/>
          <a:ln w="12700">
            <a:solidFill>
              <a:srgbClr val="1A527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name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issn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700000"/>
            <a:ext cx="2232000" cy="288000"/>
          </a:xfrm>
          <a:prstGeom prst="rect">
            <a:avLst/>
          </a:prstGeom>
          <a:noFill/>
          <a:solidFill>
            <a:srgbClr val="1543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0" y="3006000"/>
            <a:ext cx="2232000" cy="846000"/>
          </a:xfrm>
          <a:prstGeom prst="rect">
            <a:avLst/>
          </a:prstGeom>
          <a:noFill/>
          <a:ln w="12700">
            <a:solidFill>
              <a:srgbClr val="154360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id  title  doi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year  abstract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journal_id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27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3006000"/>
            <a:ext cx="2232000" cy="48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0" y="45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0" y="4806000"/>
            <a:ext cx="2232000" cy="84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full_name  orcid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0000" y="2700000"/>
            <a:ext cx="2232000" cy="288000"/>
          </a:xfrm>
          <a:prstGeom prst="rect">
            <a:avLst/>
          </a:prstGeom>
          <a:noFill/>
          <a:solidFill>
            <a:srgbClr val="7D3C98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0000" y="3006000"/>
            <a:ext cx="2232000" cy="846000"/>
          </a:xfrm>
          <a:prstGeom prst="rect">
            <a:avLst/>
          </a:prstGeom>
          <a:noFill/>
          <a:ln w="12700">
            <a:solidFill>
              <a:srgbClr val="7D3C98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latitude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longitude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0" y="45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48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topic_name 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0" y="27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0" y="30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keyword_name  score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2232000"/>
            <a:ext cx="0" cy="46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88000" y="232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92000" y="3096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18000" y="29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36000" y="3492000"/>
            <a:ext cx="0" cy="100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48000" y="38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N : 1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52000" y="3600000"/>
            <a:ext cx="108000" cy="1296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032000" y="3240000"/>
            <a:ext cx="828000" cy="1800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58000" y="399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32000" y="3060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58000" y="291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60000" y="1080000"/>
            <a:ext cx="2232000" cy="288000"/>
          </a:xfrm>
          <a:prstGeom prst="rect">
            <a:avLst/>
          </a:prstGeom>
          <a:noFill/>
          <a:solidFill>
            <a:srgbClr val="1A527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0000" y="1386000"/>
            <a:ext cx="2232000" cy="846000"/>
          </a:xfrm>
          <a:prstGeom prst="rect">
            <a:avLst/>
          </a:prstGeom>
          <a:noFill/>
          <a:ln w="12700">
            <a:solidFill>
              <a:srgbClr val="1A527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name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issn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700000"/>
            <a:ext cx="2232000" cy="288000"/>
          </a:xfrm>
          <a:prstGeom prst="rect">
            <a:avLst/>
          </a:prstGeom>
          <a:noFill/>
          <a:solidFill>
            <a:srgbClr val="154360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0000" y="3006000"/>
            <a:ext cx="2232000" cy="846000"/>
          </a:xfrm>
          <a:prstGeom prst="rect">
            <a:avLst/>
          </a:prstGeom>
          <a:noFill/>
          <a:ln w="12700">
            <a:solidFill>
              <a:srgbClr val="154360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id  title  doi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year  abstract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journal_id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27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3006000"/>
            <a:ext cx="2232000" cy="48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0" y="4500000"/>
            <a:ext cx="2232000" cy="288000"/>
          </a:xfrm>
          <a:prstGeom prst="rect">
            <a:avLst/>
          </a:prstGeom>
          <a:noFill/>
          <a:solidFill>
            <a:srgbClr val="1A5C3A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0" y="4806000"/>
            <a:ext cx="2232000" cy="846000"/>
          </a:xfrm>
          <a:prstGeom prst="rect">
            <a:avLst/>
          </a:prstGeom>
          <a:noFill/>
          <a:ln w="12700">
            <a:solidFill>
              <a:srgbClr val="1A5C3A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full_name  orcid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0000" y="2700000"/>
            <a:ext cx="2232000" cy="288000"/>
          </a:xfrm>
          <a:prstGeom prst="rect">
            <a:avLst/>
          </a:prstGeom>
          <a:noFill/>
          <a:solidFill>
            <a:srgbClr val="7D3C98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0000" y="3006000"/>
            <a:ext cx="2232000" cy="846000"/>
          </a:xfrm>
          <a:prstGeom prst="rect">
            <a:avLst/>
          </a:prstGeom>
          <a:noFill/>
          <a:ln w="12700">
            <a:solidFill>
              <a:srgbClr val="7D3C98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latitude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longitude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0" y="45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0" y="48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topic_name 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0" y="2700000"/>
            <a:ext cx="2232000" cy="288000"/>
          </a:xfrm>
          <a:prstGeom prst="rect">
            <a:avLst/>
          </a:prstGeom>
          <a:noFill/>
          <a:solidFill>
            <a:srgbClr val="935116"/>
          </a:solidFill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0" y="3006000"/>
            <a:ext cx="2232000" cy="846000"/>
          </a:xfrm>
          <a:prstGeom prst="rect">
            <a:avLst/>
          </a:prstGeom>
          <a:noFill/>
          <a:ln w="12700">
            <a:solidFill>
              <a:srgbClr val="935116"/>
            </a:solidFill>
          </a:ln>
          <a:solidFill>
            <a:srgbClr val="F0F4F8"/>
          </a:solidFill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keyword_name  score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2232000"/>
            <a:ext cx="0" cy="46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88000" y="232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92000" y="3096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18000" y="29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36000" y="3492000"/>
            <a:ext cx="0" cy="1008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48000" y="3852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N : 1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0152000" y="3600000"/>
            <a:ext cx="108000" cy="1296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032000" y="3240000"/>
            <a:ext cx="828000" cy="180000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58000" y="399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32000" y="3060000"/>
            <a:ext cx="828000" cy="0"/>
          </a:xfrm>
          <a:prstGeom prst="line">
            <a:avLst/>
          </a:prstGeom>
          <a:ln w="19050">
            <a:solidFill>
              <a:srgbClr val="88A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58000" y="2916000"/>
            <a:ext cx="576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88AACC"/>
                </a:solidFill>
              </a:rPr>
              <a:t>1 : 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