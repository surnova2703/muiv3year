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9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1" name="pb131"/>
          <p:cNvSpPr txBox="1"/>
          <p:nvPr/>
        </p:nvSpPr>
        <p:spPr>
          <a:xfrm>
            <a:off x="0" y="6660000"/>
            <a:ext cx="10566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2" name="pb132"/>
          <p:cNvSpPr txBox="1"/>
          <p:nvPr/>
        </p:nvSpPr>
        <p:spPr>
          <a:xfrm>
            <a:off x="10026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3" name="pb133"/>
          <p:cNvSpPr txBox="1"/>
          <p:nvPr/>
        </p:nvSpPr>
        <p:spPr>
          <a:xfrm>
            <a:off x="9918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9140" name="pb1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1" name="pb141"/>
          <p:cNvSpPr txBox="1"/>
          <p:nvPr/>
        </p:nvSpPr>
        <p:spPr>
          <a:xfrm>
            <a:off x="0" y="6660000"/>
            <a:ext cx="11379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2" name="pb142"/>
          <p:cNvSpPr txBox="1"/>
          <p:nvPr/>
        </p:nvSpPr>
        <p:spPr>
          <a:xfrm>
            <a:off x="10839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3" name="pb143"/>
          <p:cNvSpPr txBox="1"/>
          <p:nvPr/>
        </p:nvSpPr>
        <p:spPr>
          <a:xfrm>
            <a:off x="10731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