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75" r:id="rId13"/>
    <p:sldId id="276" r:id="rId12"/>
    <p:sldId id="269" r:id="rId5"/>
    <p:sldId id="259" r:id="rId7"/>
    <p:sldId id="277" r:id="rId8"/>
    <p:sldId id="271" r:id="rId6"/>
    <p:sldId id="278" r:id="rId22"/>
    <p:sldId id="261" r:id="rId9"/>
    <p:sldId id="262" r:id="rId10"/>
    <p:sldId id="279" r:id="rId23"/>
    <p:sldId id="263" r:id="rId11"/>
    <p:sldId id="280" r:id="rId24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15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4.xml"/><Relationship Id="rId13" Type="http://schemas.openxmlformats.org/officeDocument/2006/relationships/slide" Target="slides/slide13.xml"/><Relationship Id="rId14" Type="http://schemas.openxmlformats.org/officeDocument/2006/relationships/slide" Target="slides/slide12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er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с 2018 по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 cx="12092000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83" y="1005841"/>
            <a:ext cx="11093749" cy="56801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latin typeface="Calibri"/>
                <a:solidFill>
                  <a:srgbClr val="FFFFFF"/>
                </a:solidFill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42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rIns="91440" tIns="45720" bIns="45720">
            <a:spAutoFit/>
          </a:bodyPr>
          <a:lstStyle/>
          <a:p>
            <a:pPr algn="l"/>
            <a:r>
              <a:rPr sz="1000" b="0" i="1">
                <a:solidFill>
                  <a:srgbClr val="CFE0D6"/>
                </a:solidFill>
                <a:latin typeface="Calibri"/>
              </a:rPr>
              <a:t>Балл сходства (score) — целое число близости двух статей по 5 признакам; чем выше — тем ближе. score = 0: статья не показывается.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4400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Научная новизна и практическая значимость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Научная новизна: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Разработан алгоритм многоуровневого геокодирования с приоритизацией аффилиаций по частоте вхождения в публикации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Реализован алгоритм оценки сходства статей по 5 признакам с весовыми коэффициентами (авторы ×4, темы ×3, ключевые слова ×2, аффилиации ×2, журнал +2)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Создан браузерный граф на чистом SVG с 5 режимами отображения без внешних зависимостей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Практическая значимость: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7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Система визуализирует 9 994 публикаций в браузере без установки стороннего ПО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Открытый исходный код, локальный запуск, работа без постоянного подключения к интернету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Покрытие геокоординатами 80,8% публикаций при пороговом требовании 75%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Требования к системе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5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Функциональные: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5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Загрузка публикаций из OpenAlex API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Хранение метаданных в реляционной БД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Геокодирование аффилиаций (≥ 75%)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Интерактивная карта распределения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Граф связей в 5 режимах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Поиск похожих статей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Фасетные фильтры (год, журнал, тема)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Просмотр деталей статьи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0" y="1080000"/>
            <a:ext cx="5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Нефункциональные: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1350000"/>
            <a:ext cx="5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Локальная работа без интернета после загрузки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Только метаданные (не полные тексты)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графе, 200 в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Без внешних JS-зависимостей в интерфейсе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API-ответов (5–10×)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Обоснование выбора технологий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0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000" y="110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Стандартная библиотека + requests; не требует Node.js; широкая экосистема для работы с данными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8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0" y="208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JOIN-запросы для нормализованной схемы (7 таблиц); надёжные транзакции и savepoint-ы при конфликтах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6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Plotly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0000" y="306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scatter_geo — встроенные мировые карты, интерактивность без дополнительного сервера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0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04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SVG (не D3)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0000" y="404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Граф рисуется в браузере без зависимостей; D3 и Cytoscape требуют npm или лицензии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8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02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OpenAlex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000" y="502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Бесплатный открытый источник, 250 млн+ работ; cursor pagination без ограничений по объёму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6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Загрузка данных: import.py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Технические особенности: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Cursor pagination: итерация по cursor=*, батчи по 200 публикаций за запрос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Потоковый парсинг через ijson — JSON не загружается целиком в память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Savepoint-ы при конфликтах ключей — транзакции не прерываются на дублях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Кэш-файл article_data.json — восстановление загрузки после прерывания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Нормализация на лету: данные сразу раскладываются в 7 таблиц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Результат: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7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9 994 публикации в таблице publications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~50 000 строк в publication_authors, ~30 000 в publication_topics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Координаты хранятся прямо в таблице affiliations (latitude, longitude)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Интерфейс: структура и детали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Раскладка: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Три колонки: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Фильтры / Карта + Граф / Детали статьи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Фильтры применяются мгновенно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(без перезагрузки страницы)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0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Детали статьи: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7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Аннотация и DOI загружаются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ленивым запросом по клику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Основной список — только метаданные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(быстрый первоначальный рендеринг)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0000" y="108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Тёмная / светлая тема: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000" y="135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CSS-переменные: --bg, --text, --accent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Тема меняется без перезагрузки страницы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Два предустановленных набора переменных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0000" y="350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Ограничения (нефункциональные требования):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0000" y="377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 (производительность браузера)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200 статей в боковом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200 запросов/с на сервере (gzip-пул)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Направления дальнейшего развития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1.  Полнотекстовый поиск по аннотациям — PostgreSQL Full-Text Search или ElasticSearch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2.  Экспорт графа в форматы VOSviewer (.net) и Gephi (.gexf) для дальнейшего анализа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3.  Серверный рендеринг графа для наборов данных &gt; 10 000 публикаций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4.  Расширение источников: РИНЦ / eLIBRARY, Semantic Scholar, Crossref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5.  Уведомления о новых публикациях по заданной теме или автору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