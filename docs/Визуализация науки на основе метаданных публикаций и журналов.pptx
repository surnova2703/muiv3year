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8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• Загрузить метаданные 10 000 публикаций из API OpenAlex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Спроектировать базу данных PostgreSQL (7 таблиц)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Геокодировать аффилиации авторов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интерактивную карту (Plotly)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граф связей (SVG, 5 режимов)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Разработать REST API и браузерный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