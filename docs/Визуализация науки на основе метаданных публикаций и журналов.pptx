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812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272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164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625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085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977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438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1898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1790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2022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251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2711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2603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06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4876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4336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4228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5689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5149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5041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1" name="pb81"/>
          <p:cNvSpPr txBox="1"/>
          <p:nvPr/>
        </p:nvSpPr>
        <p:spPr>
          <a:xfrm>
            <a:off x="0" y="6660000"/>
            <a:ext cx="6502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2" name="pb82"/>
          <p:cNvSpPr txBox="1"/>
          <p:nvPr/>
        </p:nvSpPr>
        <p:spPr>
          <a:xfrm>
            <a:off x="5962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3" name="pb83"/>
          <p:cNvSpPr txBox="1"/>
          <p:nvPr/>
        </p:nvSpPr>
        <p:spPr>
          <a:xfrm>
            <a:off x="5854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315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2" name="pb92"/>
          <p:cNvSpPr txBox="1"/>
          <p:nvPr/>
        </p:nvSpPr>
        <p:spPr>
          <a:xfrm>
            <a:off x="6775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3" name="pb93"/>
          <p:cNvSpPr txBox="1"/>
          <p:nvPr/>
        </p:nvSpPr>
        <p:spPr>
          <a:xfrm>
            <a:off x="6667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12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8940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8400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8292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9753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9213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9105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9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1" name="pb131"/>
          <p:cNvSpPr txBox="1"/>
          <p:nvPr/>
        </p:nvSpPr>
        <p:spPr>
          <a:xfrm>
            <a:off x="0" y="6660000"/>
            <a:ext cx="10566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2" name="pb132"/>
          <p:cNvSpPr txBox="1"/>
          <p:nvPr/>
        </p:nvSpPr>
        <p:spPr>
          <a:xfrm>
            <a:off x="10026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3" name="pb133"/>
          <p:cNvSpPr txBox="1"/>
          <p:nvPr/>
        </p:nvSpPr>
        <p:spPr>
          <a:xfrm>
            <a:off x="9918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9140" name="pb1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1" name="pb141"/>
          <p:cNvSpPr txBox="1"/>
          <p:nvPr/>
        </p:nvSpPr>
        <p:spPr>
          <a:xfrm>
            <a:off x="0" y="6660000"/>
            <a:ext cx="11379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2" name="pb142"/>
          <p:cNvSpPr txBox="1"/>
          <p:nvPr/>
        </p:nvSpPr>
        <p:spPr>
          <a:xfrm>
            <a:off x="10839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3" name="pb143"/>
          <p:cNvSpPr txBox="1"/>
          <p:nvPr/>
        </p:nvSpPr>
        <p:spPr>
          <a:xfrm>
            <a:off x="10731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