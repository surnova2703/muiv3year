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2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Сбор данных из открытого API
• Проектирование и наполнение базы данных
• Географическая привязка организаций авторов
• Реализация интерактивной карты публикаций
• Построение графа связей между сущностями
• Разработка серверного API и веб-интерфейса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0000" y="720000"/>
          <a:ext cx="11788950" cy="603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</a:tblGrid>
              <a:tr h="67088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
+Java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R-пакет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
(freemium)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гр./мес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карт/мес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Установка 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Источник 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
и др.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Файлы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225 млн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Карта 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Граф 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Фасет. 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Частично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9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Похожие статьи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Все 6 задач решены в полном объёме.
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