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8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ns0:Relationship xmlns:ns0="http://schemas.openxmlformats.org/officeDocument/2006/relationships" Id="rId21" Type="http://schemas.openxmlformats.org/officeDocument/2006/relationships/slide" Target="slides/slide16.xml"/><Relationship Id="rId21" Type="http://schemas.openxmlformats.org/officeDocument/2006/relationships/slide" Target="slides/slide16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Бесплатно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(ограничений нет)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Соавторства,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цитирования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сети,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тренды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окружение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Соавторства,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ключ. слова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Произвольные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сети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граф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PageRank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цит.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Хронол.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граф цит.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Год, журнал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(ограничено)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Год, страна,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автор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Атрибуты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узлов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Год, тема,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тип документа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Граф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цитирований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+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семантика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PageRank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цит.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+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семантика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060" name="pb6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61" name="pb6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62" name="pb6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63" name="pb6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9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1" name="pb131"/>
          <p:cNvSpPr txBox="1"/>
          <p:nvPr/>
        </p:nvSpPr>
        <p:spPr>
          <a:xfrm>
            <a:off x="0" y="6660000"/>
            <a:ext cx="10566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2" name="pb132"/>
          <p:cNvSpPr txBox="1"/>
          <p:nvPr/>
        </p:nvSpPr>
        <p:spPr>
          <a:xfrm>
            <a:off x="10026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33" name="pb133"/>
          <p:cNvSpPr txBox="1"/>
          <p:nvPr/>
        </p:nvSpPr>
        <p:spPr>
          <a:xfrm>
            <a:off x="9918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9140" name="pb1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1" name="pb141"/>
          <p:cNvSpPr txBox="1"/>
          <p:nvPr/>
        </p:nvSpPr>
        <p:spPr>
          <a:xfrm>
            <a:off x="0" y="6660000"/>
            <a:ext cx="11379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2" name="pb142"/>
          <p:cNvSpPr txBox="1"/>
          <p:nvPr/>
        </p:nvSpPr>
        <p:spPr>
          <a:xfrm>
            <a:off x="10839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43" name="pb143"/>
          <p:cNvSpPr txBox="1"/>
          <p:nvPr/>
        </p:nvSpPr>
        <p:spPr>
          <a:xfrm>
            <a:off x="10731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