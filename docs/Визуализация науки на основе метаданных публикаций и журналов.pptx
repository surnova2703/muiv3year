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6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EB-4DE0-AB85-FA15581D5D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EB-4DE0-AB85-FA15581D5D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7.9519294743845684E-2"/>
          <c:y val="0.7265368773946359"/>
          <c:w val="0.22337491683300068"/>
          <c:h val="0.27072892720306518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758-4BAE-A51F-AA4B05D7D45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758-4BAE-A51F-AA4B05D7D4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2.773905723905724E-2"/>
          <c:y val="0.7022073754789272"/>
          <c:w val="0.23891077441077441"/>
          <c:h val="0.29505842911877395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447653-886A-468A-A7B0-2EF8A3D8AF1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08306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Загружено 9 994 публикаций из API OpenAlex (cursor pagination, батчи по 200)
• Спроектирована и заполнена БД PostgreSQL из 7 таблиц (9 994 записи без ошибок)
• Геокодированы аффилиации авторов двумя методами — покрытие 80,8%
• Реализована интерактивная карта (Plotly) с точными координатами организаций
• Построен граф связей в SVG с 5 режимами без внешних библиотек
• Разработан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8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896">
                <a:tc>
                  <a:txBody>
                    <a:bodyPr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4392000"/>
            <a:ext cx="594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7AE60"/>
                </a:solidFill>
              </a:rPr>
              <a:t>Растущие темы (2000–2012 vs 2013–2024)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4392000"/>
            <a:ext cx="576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74C3C"/>
                </a:solidFill>
              </a:rPr>
              <a:t>Угасающие темы (2000–2012 vs 2013–2024)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42993"/>
              </p:ext>
            </p:extLst>
          </p:nvPr>
        </p:nvGraphicFramePr>
        <p:xfrm>
          <a:off x="108000" y="4644000"/>
          <a:ext cx="6012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411286"/>
              </p:ext>
            </p:extLst>
          </p:nvPr>
        </p:nvGraphicFramePr>
        <p:xfrm>
          <a:off x="6120000" y="4644000"/>
          <a:ext cx="5940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